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AI-POWERED FINANCIAL TRANSACTION DEFENSE</a:t>
            </a:r>
          </a:p>
          <a:p>
            <a:pPr>
              <a:spcBef>
                <a:spcPts val="800"/>
              </a:spcBef>
              <a:defRPr sz="4800" b="1">
                <a:solidFill>
                  <a:srgbClr val="F8FAFC"/>
                </a:solidFill>
              </a:defRPr>
            </a:pPr>
            <a:r>
              <a:t>FraudGuard AI</a:t>
            </a:r>
          </a:p>
          <a:p>
            <a:pPr>
              <a:spcBef>
                <a:spcPts val="400"/>
              </a:spcBef>
              <a:defRPr sz="2200" b="1">
                <a:solidFill>
                  <a:srgbClr val="38BDF8"/>
                </a:solidFill>
              </a:defRPr>
            </a:pPr>
            <a:r>
              <a:t>Detect. Analyze. Protect.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Multi-Factor Anomaly Scoring &amp;bull; 📱 User Notification &amp;bull; 📞 User Call Verification &amp;bull; 🔒 Auto-Hold &amp;bull; 👨‍💼 Admin Review &amp;bull; Block/Unhold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CORE WORKFLOW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Incident Escalation &amp; Decision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solidFill>
            <a:srgbClr val="0E1E3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nsolas"/>
              </a:defRPr>
            </a:pPr>
            <a:r>
              <a:t>TRANSACTION INGESTION</a:t>
            </a:r>
            <a:br/>
            <a:r>
              <a:t>         ↓</a:t>
            </a:r>
            <a:br/>
            <a:r>
              <a:t>AI DETECTS HIGH RISK (Scikit-Learn ML + Rules)</a:t>
            </a:r>
            <a:br/>
            <a:r>
              <a:t>         ↓</a:t>
            </a:r>
            <a:br/>
            <a:r>
              <a:t>📱 USER NOTIFICATION (SMS / WhatsApp)</a:t>
            </a:r>
            <a:br/>
            <a:r>
              <a:t>         ↓</a:t>
            </a:r>
            <a:br/>
            <a:r>
              <a:t>📞 CALL USER (Attempt #1)</a:t>
            </a:r>
            <a:br/>
            <a:r>
              <a:t>         ↓</a:t>
            </a:r>
            <a:br/>
            <a:r>
              <a:t>Call attended? ──→ [YES] ──→ Verify (Safe / Block)</a:t>
            </a:r>
            <a:br/>
            <a:r>
              <a:t>         ↓ [NO]</a:t>
            </a:r>
            <a:br/>
            <a:r>
              <a:t>   RETRY CALL (Attempt #2)</a:t>
            </a:r>
            <a:br/>
            <a:r>
              <a:t>         ↓</a:t>
            </a:r>
            <a:br/>
            <a:r>
              <a:t>Call attended? ──→ [YES] ──→ Verify (Safe / Block)</a:t>
            </a:r>
            <a:br/>
            <a:r>
              <a:t>         ↓ [NO]</a:t>
            </a:r>
            <a:br/>
            <a:r>
              <a:t>🔒 AUTOMATED ACCOUNT HOLD</a:t>
            </a:r>
            <a:br/>
            <a:r>
              <a:t>         ↓</a:t>
            </a:r>
            <a:br/>
            <a:r>
              <a:t>👨‍💼 ADMIN REVIEW QUEUE</a:t>
            </a:r>
            <a:br/>
            <a:r>
              <a:t>   ┌──────────────┴──────────────┐</a:t>
            </a:r>
            <a:br/>
            <a:r>
              <a:t>   ↓                             ↓</a:t>
            </a:r>
            <a:br/>
            <a:r>
              <a:t> [SAFE]                       [FRAUD]</a:t>
            </a:r>
            <a:br/>
            <a:r>
              <a:t>   ↓                             ↓</a:t>
            </a:r>
            <a:br/>
            <a:r>
              <a:t>UNHOLD ACCOUNT               BLOCK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Challenges in Modern Fraud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Speed of Theft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Fraudsters drain accounts in rapid bursts before users notice.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Traditional batch audits detect crime hours after funds leave.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Zero-day techniques bypass static rule thresholds.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Verification Gap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Banks struggle to confirm transactions with cardholders instantly.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Single missed phone calls result in either false declines or stolen balances.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Lack of structured retry &amp; automated hold protocols.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Investigator Fatigue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Opaque AI alert scores with no explainable evidence.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No unified admin review queue to triage held accounts.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Manual processes slow down emergency card freezing.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FraudGuard AI Defense 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2103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1. Dynamic Risk &amp; Isolation Forest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Scikit-Learn ML model evaluating multi-dimensional outlier depth.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Weighted scoring: 60% heuristic rules + 40% ML anomaly score.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2103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2. 📱 SMS &amp; 📞 2-Stage Voice Call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Dispatches immediate user SMS notification upon High Risk.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Automated outbound voice call with retry attempt logic.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023360"/>
            <a:ext cx="5120640" cy="2194560"/>
          </a:xfrm>
          <a:prstGeom prst="rect">
            <a:avLst/>
          </a:prstGeom>
          <a:solidFill>
            <a:srgbClr val="0E1E38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Arial"/>
              </a:defRPr>
            </a:pPr>
            <a:r>
              <a:t>3. 🔒 Automated Fail-Safe Hold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Locks account transfers if 2 calls go unanswered to prevent drain.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Maintains security without permanently shutting down accounts.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023360"/>
            <a:ext cx="5212080" cy="2194560"/>
          </a:xfrm>
          <a:prstGeom prst="rect">
            <a:avLst/>
          </a:prstGeom>
          <a:solidFill>
            <a:srgbClr val="0E1E38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4. 👨‍💼 Admin Adjudication Queue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Security analyst reviews evidence &amp; unholds or blocks account.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Explainable AI factors (01, 02, 03) guide rapid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TECHNICAL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Scoring Formulation &amp;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Heuristic Penalty Allocation (Max: 100)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Amount Multiplier (+25): Amount &gt; 3× account baseline average.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Hardware Signature (+20): Unregistered device / browser fingerprint.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Geographic Shift (+20): Foreign or unverified IP corridor.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Off-Hours Timestamp (+15): 11:00 PM – 5:30 AM execution.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Burst Velocity (+20): ≥ 5 transactions in 10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Isolation Forest &amp; Classification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Model: Scikit-Learn IsolationForest(120 Estimators, Contamination=0.08).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Formula: Final_Risk = round(0.60 × Rule + 0.40 × ML_Score).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Tiers: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 • LOW (0–30): Verified Safe Standard Activity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 • MEDIUM (31–60): Secondary MFA Review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 • HIGH (61–80): 📱 SMS + 📞 Call Sequence Triggered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  • CRITICAL (81–100): Immediate Auto-Hold &amp;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UI &amp; NETWORK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Green &amp; Blue Visual Identity + Mule Ring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Green &amp; Blue Financial Identity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Strict Rectangular UI (4px-8px radius): Zero pills, zero capsules.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Emerald Green &amp; Tech Blue Palette: Professional depth.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Real-Time Responsive: Adapts cleanly on desktop, tablet, and mobile.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Transaction Relationship Canvas Graph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HTML5 Canvas Engine: Visualizes account transfer flows.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Mule Ring Detection: Highlights suspicious coordinated loops.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Click-to-Inspect: Drill directly into connected account baselines.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Production Full-Stack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Backend &amp; APIs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Python 3.13 &amp; Flask 3.1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SQLite3 Transaction Ledger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15+ RESTful JSON Endpoints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Session Auth &amp; Role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ML &amp; Vector Core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Scikit-Learn Isolation Forest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Pandas &amp; NumPy Pipelines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Joblib Serialized Models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7-Feature Anomaly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Frontend &amp; Visuals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Handcrafted Green/Blue CSS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Chart.js 4.4 Analytics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HTML5 Canvas Graph Engine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Live Multi-Stage State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JURY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Evaluation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Live Decision Tree Demonstration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1. Click [ Simulate Transaction ] &amp;rarr; AI detects High Risk.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2. 📱 User Notification SMS is automatically logged &amp; sent.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3. Click [ Verify Call ] &amp;rarr; Attempt #1 placed to cardholder.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4. Simulate [ NO - Missed ] &amp;rarr; Auto-triggers Retry Call #2.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5. Simulate [ NO - Missed Again ] &amp;rarr; 🔒 AUTOMATIC ACCOUNT HOLD.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6. 👨‍💼 Admin Review Queue: Click [ Unhold ] or [ Block Account 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0E1E38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Arial"/>
              </a:defRPr>
            </a:pPr>
            <a:r>
              <a:t>Batch Ingestion &amp; Reporting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Drag &amp; drop CSV files for instant multi-record scoring.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Download complete compliance CSV audit trail reports.</a:t>
            </a:r>
          </a:p>
          <a:p>
            <a:pPr>
              <a:spcBef>
                <a:spcPts val="5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• Demonstrates zero fund drainage and investigator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0B981"/>
                </a:solidFill>
              </a:defRPr>
            </a:pPr>
            <a:r>
              <a:t>FraudGuard AI</a:t>
            </a:r>
          </a:p>
          <a:p>
            <a:pPr>
              <a:spcBef>
                <a:spcPts val="600"/>
              </a:spcBef>
              <a:defRPr sz="2200" b="1">
                <a:solidFill>
                  <a:srgbClr val="38BDF8"/>
                </a:solidFill>
              </a:defRPr>
            </a:pPr>
            <a:r>
              <a:t>Detect. Analyze. Protect.</a:t>
            </a:r>
          </a:p>
          <a:p>
            <a:pPr>
              <a:spcBef>
                <a:spcPts val="1600"/>
              </a:spcBef>
              <a:defRPr sz="1600">
                <a:solidFill>
                  <a:srgbClr val="F8FAFC"/>
                </a:solidFill>
              </a:defRPr>
            </a:pPr>
            <a:r>
              <a:t>A complete, end-to-end transaction security ecosystem featuring automated call retries, fail-safe account holds, and human-in-the-loop admin review.</a:t>
            </a:r>
          </a:p>
          <a:p>
            <a:pPr>
              <a:spcBef>
                <a:spcPts val="2400"/>
              </a:spcBef>
              <a:defRPr sz="2000" b="1">
                <a:solidFill>
                  <a:srgbClr val="10B981"/>
                </a:solidFill>
              </a:defRPr>
            </a:pPr>
            <a:r>
              <a:t>Thank you! Ready for Live Jury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